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447" autoAdjust="0"/>
  </p:normalViewPr>
  <p:slideViewPr>
    <p:cSldViewPr snapToGrid="0" snapToObject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Akamai SOHO Network Proposal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By: </a:t>
            </a:r>
            <a:r>
              <a:rPr lang="en-US" dirty="0"/>
              <a:t>Tasnima Akter Anika</a:t>
            </a:r>
            <a:endParaRPr dirty="0"/>
          </a:p>
          <a:p>
            <a:r>
              <a:rPr dirty="0"/>
              <a:t>Course</a:t>
            </a:r>
            <a:r>
              <a:rPr lang="en-US" dirty="0"/>
              <a:t>: Akamai Networking Fundamentals</a:t>
            </a:r>
            <a:r>
              <a:rPr dirty="0"/>
              <a:t> </a:t>
            </a:r>
            <a:r>
              <a:rPr lang="en-US" dirty="0"/>
              <a:t>Module 9 - </a:t>
            </a:r>
            <a:r>
              <a:rPr dirty="0"/>
              <a:t>Capstone Project</a:t>
            </a:r>
          </a:p>
          <a:p>
            <a:r>
              <a:rPr dirty="0"/>
              <a:t>Date: </a:t>
            </a:r>
            <a:r>
              <a:rPr lang="en-US" dirty="0"/>
              <a:t>21/04/2025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Name &amp;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Company Name: </a:t>
            </a:r>
            <a:r>
              <a:rPr lang="en-US" dirty="0"/>
              <a:t>Stratify IT Farm</a:t>
            </a:r>
            <a:endParaRPr dirty="0"/>
          </a:p>
          <a:p>
            <a:r>
              <a:rPr dirty="0"/>
              <a:t>Mission: To provide secure, scalable networking solutions for SOHO clients.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internal network for 5 employees.</a:t>
            </a:r>
          </a:p>
          <a:p>
            <a:r>
              <a:t>Enable secure LAN communication and Internet access.</a:t>
            </a:r>
          </a:p>
          <a:p>
            <a:r>
              <a:t>Host a public web server accessible via domain name.</a:t>
            </a:r>
          </a:p>
          <a:p>
            <a:r>
              <a:t>Demonstrate services for potential SOHO clients.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Topology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Devices: 2 Routers, 1 Switch, </a:t>
            </a:r>
            <a:r>
              <a:rPr lang="en-US" dirty="0"/>
              <a:t>2</a:t>
            </a:r>
            <a:r>
              <a:rPr dirty="0"/>
              <a:t> PCs, Internal &amp; Public Servers, External Client.</a:t>
            </a:r>
          </a:p>
          <a:p>
            <a:r>
              <a:rPr dirty="0"/>
              <a:t>Screenshot from Packet Tracer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62ECD8-0459-5E88-E53A-506E2CD37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39439"/>
            <a:ext cx="905256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Devices on the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Clients: PC0, PC1 (employee workstations).</a:t>
            </a:r>
          </a:p>
          <a:p>
            <a:r>
              <a:rPr dirty="0"/>
              <a:t>Servers: Internal DNS/Web &amp; Public Web (DMZ).</a:t>
            </a:r>
          </a:p>
          <a:p>
            <a:r>
              <a:rPr dirty="0"/>
              <a:t>Switch: Central LAN backbone.</a:t>
            </a:r>
          </a:p>
          <a:p>
            <a:r>
              <a:rPr dirty="0"/>
              <a:t>Routers: </a:t>
            </a:r>
            <a:r>
              <a:rPr dirty="0" err="1"/>
              <a:t>EdgeRouter</a:t>
            </a:r>
            <a:r>
              <a:rPr dirty="0"/>
              <a:t> for NAT &amp; ISP simulation.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IP Addressing Scheme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 (10.0.0.0/24): PCs &amp; Internal Server.</a:t>
            </a:r>
          </a:p>
          <a:p>
            <a:r>
              <a:t>DMZ (172.16.0.0/24): Public Web Server.</a:t>
            </a:r>
          </a:p>
          <a:p>
            <a:r>
              <a:t>WAN (192.168.100.0/24): EdgeRouter to ISP.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 Segmentation &amp; Rationale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LAN: Staff devices + services.</a:t>
            </a:r>
          </a:p>
          <a:p>
            <a:r>
              <a:t>DMZ: Public-facing server.</a:t>
            </a:r>
          </a:p>
          <a:p>
            <a:r>
              <a:t>WAN: Simulated Internet.</a:t>
            </a:r>
          </a:p>
          <a:p>
            <a:r>
              <a:t>Separation improves security and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Services Provided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DNS: Internal resolution for www.company.com.</a:t>
            </a:r>
          </a:p>
          <a:p>
            <a:r>
              <a:t>HTTP: Internal and external web pages.</a:t>
            </a:r>
          </a:p>
          <a:p>
            <a:r>
              <a:t>NAT: Public access to web server.</a:t>
            </a:r>
          </a:p>
          <a:p>
            <a:r>
              <a:t>Routing: Static routes used.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Access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LAN: DNS resolves www.company.com to DMZ IP.</a:t>
            </a:r>
          </a:p>
          <a:p>
            <a:r>
              <a:t>External: NAT maps public IP to DMZ web server.</a:t>
            </a:r>
          </a:p>
          <a:p>
            <a:r>
              <a:t>Both LAN and external clients access web services.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NAT: ip nat inside source static tcp 172.16.0.10 80 192.168.100.2 80</a:t>
            </a:r>
          </a:p>
          <a:p>
            <a:r>
              <a:t>DNS: www.company.com -&gt; 172.16.0.10</a:t>
            </a:r>
          </a:p>
          <a:p>
            <a:r>
              <a:t>Routes: ip route 10.0.0.0 &amp; 172.16.0.0 via 192.168.100.2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Design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Modular and expandable.</a:t>
            </a:r>
          </a:p>
          <a:p>
            <a:r>
              <a:t>Secure with proper segmentation.</a:t>
            </a:r>
          </a:p>
          <a:p>
            <a:r>
              <a:t>Simple for small teams to manage.</a:t>
            </a:r>
          </a:p>
          <a:p>
            <a:r>
              <a:t>Scalable and real-world applicable.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PCs can ping each other: ✅</a:t>
            </a:r>
          </a:p>
          <a:p>
            <a:r>
              <a:t>PC0 accesses internal DNS/Web: ✅</a:t>
            </a:r>
          </a:p>
          <a:p>
            <a:r>
              <a:t>PC0 resolves www.company.com: ✅</a:t>
            </a:r>
          </a:p>
          <a:p>
            <a:r>
              <a:t>External client access via NAT: 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Design shows secure, functional SOHO network.</a:t>
            </a:r>
          </a:p>
          <a:p>
            <a:r>
              <a:t>NetNest offers scalable solutions for real clients.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382</Words>
  <Application>Microsoft Office PowerPoint</Application>
  <PresentationFormat>On-screen Show (4:3)</PresentationFormat>
  <Paragraphs>55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Akamai SOHO Network Proposal</vt:lpstr>
      <vt:lpstr>Company Name &amp; Mission</vt:lpstr>
      <vt:lpstr>Project Objective</vt:lpstr>
      <vt:lpstr>Network Topology</vt:lpstr>
      <vt:lpstr>Devices on the Network</vt:lpstr>
      <vt:lpstr>IP Addressing Scheme</vt:lpstr>
      <vt:lpstr>Network Segmentation &amp; Rationale</vt:lpstr>
      <vt:lpstr>Services Provided</vt:lpstr>
      <vt:lpstr>Web Access Flow</vt:lpstr>
      <vt:lpstr>Configuration Highlights</vt:lpstr>
      <vt:lpstr>Why This Design Works</vt:lpstr>
      <vt:lpstr>Testing Results</vt:lpstr>
      <vt:lpstr>Thank You /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 A Anika</dc:creator>
  <cp:keywords/>
  <dc:description>generated using python-pptx</dc:description>
  <cp:lastModifiedBy>T A Anika</cp:lastModifiedBy>
  <cp:revision>2</cp:revision>
  <dcterms:created xsi:type="dcterms:W3CDTF">2013-01-27T09:14:16Z</dcterms:created>
  <dcterms:modified xsi:type="dcterms:W3CDTF">2025-04-21T13:33:12Z</dcterms:modified>
  <cp:category/>
</cp:coreProperties>
</file>